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1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0D1BB1A-323F-F3CC-1E16-3D455881C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8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DOMENICA PAULINA MERCHAN RODRIGUEZ</cp:lastModifiedBy>
  <cp:revision>2</cp:revision>
  <dcterms:created xsi:type="dcterms:W3CDTF">2013-01-27T09:14:16Z</dcterms:created>
  <dcterms:modified xsi:type="dcterms:W3CDTF">2026-06-24T21:25:36Z</dcterms:modified>
  <cp:category/>
</cp:coreProperties>
</file>