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POSITIVA 1(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POSITIVA 2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POSITIVA 3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POSITIVA 4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POSITIVA 5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POSITIVA 6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4AC833D-7136-BF65-88E6-2C28BDD43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532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Panorámica</PresentationFormat>
  <Paragraphs>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DOMENICA PAULINA MERCHAN RODRIGUEZ</cp:lastModifiedBy>
  <cp:revision>2</cp:revision>
  <dcterms:created xsi:type="dcterms:W3CDTF">2013-01-27T09:14:16Z</dcterms:created>
  <dcterms:modified xsi:type="dcterms:W3CDTF">2026-06-24T21:27:26Z</dcterms:modified>
  <cp:category/>
</cp:coreProperties>
</file>