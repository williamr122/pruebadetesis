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1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2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3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4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5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EFB6301-460F-39E1-1A09-17505F9C9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322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DOMENICA PAULINA MERCHAN RODRIGUEZ</cp:lastModifiedBy>
  <cp:revision>2</cp:revision>
  <dcterms:created xsi:type="dcterms:W3CDTF">2013-01-27T09:14:16Z</dcterms:created>
  <dcterms:modified xsi:type="dcterms:W3CDTF">2026-06-24T21:26:18Z</dcterms:modified>
  <cp:category/>
</cp:coreProperties>
</file>